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171F2B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754880"/>
            <a:ext cx="3840480" cy="3840480"/>
          </a:xfrm>
          <a:prstGeom prst="ellipse">
            <a:avLst/>
          </a:prstGeom>
          <a:solidFill>
            <a:srgbClr val="171F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SEBI SECURITIES MARKET TECHSPRINT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Detection of Synthetic Media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Phishing Attacks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Protection Framework: detect AI-generated fraud, and let genuine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prove they're genuine.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828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479145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sebi-synthetic-media-detector-564262191703.asia-south1.run.app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5394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535838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github.com/gowtham66867/sebi-synthetic-media-detector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Threats to Securities Markets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has increased the sophistication, scale, and impact of fraud targeting securities markets — extending beyond phishing into synthetic media that impersonates trusted market participants. Current controls detect conventional attacks; they weren't built to verify whether a communication itself is authentic or AI-generated.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947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SECURITIES MARKET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49640" y="24688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529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Emails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8529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SEBI/broker emails requesting KYC updates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2852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112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5112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 impersonates a Relationship 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511296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diversion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6966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41696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CEO recommending a stock purchase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4169664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manipulation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28032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280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Social Posts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48280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“breaking news” on listed companies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482803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misinformation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486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Circulars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5486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regulatory announcements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0" y="5486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panic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Protection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alone only ever tells you something was fake after the damage. Authentication alone does nothing about the fraud already circulating. The brief asks for both — this build implements both.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171F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— AI THREAT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329184" cy="329184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272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 / cloned voice detection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050792"/>
            <a:ext cx="329184" cy="329184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023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investment advertisement detection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946904"/>
            <a:ext cx="329184" cy="329184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46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919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email / message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7607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LLM structured extraction, audio/video signal-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forensics, fuzzy registry grounding, scam/phishing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lexicons — every score explainable, not a black box.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2860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228600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171F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2860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AUTHENTICITY VERIFICATION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154680"/>
            <a:ext cx="329184" cy="329184"/>
          </a:xfrm>
          <a:prstGeom prst="ellipse">
            <a:avLst/>
          </a:prstGeom>
          <a:solidFill>
            <a:srgbClr val="2FD4C8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154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31272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Ed25519 digital signature over content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4050792"/>
            <a:ext cx="329184" cy="329184"/>
          </a:xfrm>
          <a:prstGeom prst="ellipse">
            <a:avLst/>
          </a:prstGeom>
          <a:solidFill>
            <a:srgbClr val="2FD4C8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4023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encoding a public verification link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4946904"/>
            <a:ext cx="329184" cy="329184"/>
          </a:xfrm>
          <a:prstGeom prst="ellipse">
            <a:avLst/>
          </a:prstGeom>
          <a:solidFill>
            <a:srgbClr val="2FD4C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946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86600" y="4919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portal: Authenticity Confirmed / Not Verified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57607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SHA-256 content hash + Ed25519 signing,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Firestore-backed records (shared across instances), a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/verify/:id page reachable directly from a QR scan.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Pipelines, Shared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clip, a text message, and a signing request don't share stages — so each gets its own pipeline. All three share the same Firestore job store, the same Gemini client with a rule-based fallback, and the same rate limiter.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7685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1A — MEDIA (DEEPFAKE / VOICE-CLONE)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(ffmpeg)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51453" y="271576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16045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0909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90257" y="271576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54849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9713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Agent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29062" y="271576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3654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8518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(audio+video)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67866" y="271576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32458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7322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06671" y="271576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71263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26127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45475" y="271576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10067" y="2715768"/>
            <a:ext cx="1374213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4931" y="2715768"/>
            <a:ext cx="126448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Synthesis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405993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1B — PHISHING PIPELINE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498848"/>
            <a:ext cx="1520952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4498848"/>
            <a:ext cx="1411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Agent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98192" y="449884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62784" y="4498848"/>
            <a:ext cx="1520952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7648" y="4498848"/>
            <a:ext cx="1411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Scan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83736" y="449884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48328" y="4498848"/>
            <a:ext cx="1520952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3192" y="4498848"/>
            <a:ext cx="1411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Synthesis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39319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405993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AUTHENTICITY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4498848"/>
            <a:ext cx="1520952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7104" y="4498848"/>
            <a:ext cx="1411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13192" y="449884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177784" y="4498848"/>
            <a:ext cx="1520952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2648" y="4498848"/>
            <a:ext cx="1411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+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698736" y="4498848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863328" y="4498848"/>
            <a:ext cx="1520952" cy="777240"/>
          </a:xfrm>
          <a:prstGeom prst="roundRect">
            <a:avLst>
              <a:gd name="adj" fmla="val 7059"/>
            </a:avLst>
          </a:prstGeom>
          <a:solidFill>
            <a:srgbClr val="171F2B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18192" y="4498848"/>
            <a:ext cx="1411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on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/verify/:id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in every pipeline has a deterministic regex/lexicon fallback — a live demo degrades gracefully instead of failing outright.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— LAYER 1A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Clip: Deepfake &amp; Voice-Clone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pic>
        <p:nvPicPr>
          <p:cNvPr id="5" name="Image 0" descr="/private/tmp/claude-501/-Users-gowtham-Downloads-AIAgent/a22440b8-4faf-4ed6-9714-8ac544e09f3d/scratchpad/deck_assets/1_clip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2459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5087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6676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366760" y="20574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video/audio clip claiming to be an official, advisor, or public figure. The pipeline transcribes it, scores audio/video forensic artifacts (pitch jitter, blink rate, frequency stability), cross-checks any claimed identity against a registered-intermediary registry, and scans for scam language — then synthesizes one explainable risk score.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36676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66760" y="482803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honest check against 5 real (public-domain) human-speech clips vs. 5 TTS clips showed real directional separation (mean 0.133 vs 0.219) — reported with its overlap, not oversold as a validated classifier.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— LAYER 1B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Message: Phishing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pic>
        <p:nvPicPr>
          <p:cNvPr id="5" name="Image 0" descr="/private/tmp/claude-501/-Users-gowtham-Downloads-AIAgent/a22440b8-4faf-4ed6-9714-8ac544e09f3d/scratchpad/deck_assets/2_phishing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481328"/>
            <a:ext cx="7452360" cy="4727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suspicious email, SMS, or WhatsApp message. An LLM agent extracts the claimed sender, URLs, and requested actions; a deterministic lexicon scan flags credential-harvesting, urgency, and authority-impersonation language.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5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RUN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279392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impersonating “SEBI compliance” requesting urgent KYC verification via a suspicious link scored 70/100 — HIGH risk, likely phishing — with every contributing signal shown, not just a number.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— LAYER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Communication, Then Verify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pic>
        <p:nvPicPr>
          <p:cNvPr id="5" name="Image 0" descr="/private/tmp/claude-501/-Users-gowtham-Downloads-AIAgent/a22440b8-4faf-4ed6-9714-8ac544e09f3d/scratchpad/deck_assets/3_issue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49240" cy="2212848"/>
          </a:xfrm>
          <a:prstGeom prst="rect">
            <a:avLst/>
          </a:prstGeom>
        </p:spPr>
      </p:pic>
      <p:pic>
        <p:nvPicPr>
          <p:cNvPr id="6" name="Image 1" descr="/private/tmp/claude-501/-Users-gowtham-Downloads-AIAgent/a22440b8-4faf-4ed6-9714-8ac544e09f3d/scratchpad/deck_assets/4_verify_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08760"/>
            <a:ext cx="5486400" cy="2734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issuer (SEBI, an exchange, a broker) signs a genuine communication once and gets a QR code + reference ID. Anyone who receives it — an investor, a journalist, another broker — scans the QR (or types the reference ID) and lands directly on /verify/:id, which re-checks the Ed25519 signature against the stored content and returns Authenticity Confirmed or Not Verified. No app install, no account, on the verifying side.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RIGOR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Just Claimed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edge cases, lexicon scanning, registry fuzzy-match thresholds, risk-engine scoring/caps, LLM fallback, Ed25519 tamper detection, rate limiting — all offline, no real API calls needed to run the suite.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BUGS FOUND &amp; FIXED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over-capture in the fallback extractor, a Firestore-reserved document ID that silently broke the exact fix meant to prevent job loss, and a whisper crash on silent audio — each caught by actually testing against real data, not assumed away.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874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0.219 vs 0.133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FORENSICS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30632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synthetic-voice score across 5 real human-speech clips vs. 5 TTS clips. Real separation, honestly reported with its overlap — not proof, but real evidence where there was none.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Cloud Run with Firestore-backed job/record state (survives multi-instance scaling), Secret-Manager-held keys, per-IP rate limiting on compute-triggering endpoints, and secret redaction on error responses.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by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71F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Phishing Detection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5568" y="22860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 — threaded orchestrators per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4495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99923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ffmpeg, faster-whisper — extraction &amp; speech-to-text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5818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371246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librosa, OpenCV — audio/video forensic signal 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7141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" y="442569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(2.5-flash) — schema-constrained extraction + grounded synthesis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1846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" y="513892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— fuzzy registry grounding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60020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71F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&amp; Platform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39128" y="22860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(Ed25519) — real digital signatures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044952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39128" y="299923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— QR generation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75818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39128" y="371246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Firestore — shared job/record state across instances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47141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39128" y="442569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Secret Manager — production keys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51846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39128" y="513892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(Vite) — live pipeline UI, public /verify/:id route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 POTENTIAL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Sold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without authentication only tells you something was fake after the damage. Authentication without detection does nothing about the fraud already in circulation. They're one product, not two.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/ Exchanges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2331720"/>
            <a:ext cx="6309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Surveillance-augmentation triage tool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21240" y="251002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71F2B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21240" y="25100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72968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172968"/>
            <a:ext cx="6309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Brand-protection: detect deepfakes/phishing impersonating own staff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21240" y="335127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71F2B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33512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14216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/ Exchanges / Brokers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4014216"/>
            <a:ext cx="6309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outgoing circulars &amp; advisories once; every recipient verifies instantly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21240" y="419252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71F2B"/>
          </a:solidFill>
          <a:ln w="12700">
            <a:solidFill>
              <a:srgbClr val="2FD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41925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55464"/>
            <a:ext cx="24688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/ fact-checkers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4855464"/>
            <a:ext cx="6309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financial communications before reporting on them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21240" y="503377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71F2B"/>
          </a:solidFill>
          <a:ln w="12700">
            <a:solidFill>
              <a:srgbClr val="2FD4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50337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Ed25519 cryptography and a model-agnostic LLM layer (with a deterministic fallback) — no proprietary scheme or single-vendor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852160" cy="5852160"/>
          </a:xfrm>
          <a:prstGeom prst="ellipse">
            <a:avLst/>
          </a:prstGeom>
          <a:solidFill>
            <a:srgbClr val="171F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 • AUTHENTICATE • RESPOND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 in the AI Era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tested, deployed Dual Protection Framework — not a slide deck pretending to be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121821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0" y="44897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sebi-synthetic-media-detector-564262191703.asia-south1.run.app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5093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A67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50566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github.com/gowtham66867/sebi-synthetic-media-detector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2026-07-12T14:32:28Z</dcterms:created>
  <dcterms:modified xsi:type="dcterms:W3CDTF">2026-07-12T14:32:28Z</dcterms:modified>
</cp:coreProperties>
</file>